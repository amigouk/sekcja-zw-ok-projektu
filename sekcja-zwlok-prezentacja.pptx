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SYMULATOR POST-MORTEM · POZIOM ADVANCED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Sekcja zwłok projektu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narracyjna, w której AI odgrywa czterech członków upadłego projektu IT —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 prowadzisz śledztwo, które uczy analizy przyczyn źródłowych i odróżniania faktów od narracji.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566928" cy="566928"/>
          </a:xfrm>
          <a:prstGeom prst="ellipse">
            <a:avLst/>
          </a:prstGeom>
          <a:solidFill>
            <a:srgbClr val="6D8FC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4343400"/>
            <a:ext cx="566928" cy="566928"/>
          </a:xfrm>
          <a:prstGeom prst="ellipse">
            <a:avLst/>
          </a:prstGeom>
          <a:solidFill>
            <a:srgbClr val="C0564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4343400"/>
            <a:ext cx="566928" cy="566928"/>
          </a:xfrm>
          <a:prstGeom prst="ellipse">
            <a:avLst/>
          </a:prstGeom>
          <a:solidFill>
            <a:srgbClr val="6FA878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343400"/>
            <a:ext cx="566928" cy="566928"/>
          </a:xfrm>
          <a:prstGeom prst="ellipse">
            <a:avLst/>
          </a:prstGeom>
          <a:solidFill>
            <a:srgbClr val="B08BC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Marek · Beata · Tomek · Iwona — każde z nich ma swoją wersję zdarzeń.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Tomasz · narzędzie edukacyjne oparte o LLM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tej umiejętności nie da się ćwiczyć na sucho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przyczyn porażki projektu to jedna z najcenniejszych umiejętności pracy zespołowej. Kursy uczą teorii (5× dlaczego, pytania otwarte, RCA) — ale nie dają rozmówcy, który stawia opór.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E6A2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Rzadkie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Prawdziwe post-mortemy zdarzają się kilka razy w roku — za mało, by zbudować wprawę.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514600"/>
            <a:ext cx="457200" cy="457200"/>
          </a:xfrm>
          <a:prstGeom prst="ellipse">
            <a:avLst/>
          </a:prstGeom>
          <a:solidFill>
            <a:srgbClr val="C0564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Politycznie napięte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Uczestnicy chronią siebie i swoje zespoły. Nikt nie ćwiczy na żywych ludziach konfrontowania zeznań.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514600"/>
            <a:ext cx="457200" cy="457200"/>
          </a:xfrm>
          <a:prstGeom prst="ellipse">
            <a:avLst/>
          </a:prstGeom>
          <a:solidFill>
            <a:srgbClr val="6D8FC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Kosztowne w błędach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Źle poprowadzone post-mortem kończy się polowaniem na winnych — i zamyka ludzi na przyszłość.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Odpowiedź: </a:t>
            </a:r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nie jest tu wykładowcą, tylko przeciwnikiem — zespołem, który trzeba umiejętnie przesłuchać. Wiedza gracza jest weryfikowana przez działanie, nie przez test.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Akta sprawy: Projekt FENIKS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 Codaris wdrażał system ERP dla dystrybutora Logistra. Zarząd wynajmuje gracza jako facylitatora post-mortem: ma ustalić, co naprawdę poszło nie tak.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14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miesięcy trwał projekt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 → rzeczywistość)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21488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23774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 mln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47872" y="32461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 wydane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budżetu 900 tys.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21488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3774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9944" y="32461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wdrożeń na produkcję —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umowa zerwana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21488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23774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72016" y="324612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pytań ma gracz,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ustalić przyczyny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 zna tylko te fakty.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rzeczywistych przyczyn źródłowych — od ukrytej obietnicy przedsprzedażowej po zmianę sponsora u klienta — jest zapisanych wyłącznie w instrukcji systemowej AI. Trzeba je wydobyć z ludzi.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Czworo świadków, cztery wersje zdarzeń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6D8FC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Marek Zawada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Codaris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Narracja: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„Klient ciągle zmieniał wymagania.”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Ukrywa: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Zmiany zakresu bez aneksów i zielone statusy, gdy projekt płonął.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600200"/>
            <a:ext cx="594360" cy="594360"/>
          </a:xfrm>
          <a:prstGeom prst="ellipse">
            <a:avLst/>
          </a:prstGeom>
          <a:solidFill>
            <a:srgbClr val="C0564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Beata Krajewska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1929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Manager, Codaris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23500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Narracja: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„Sprzedaż dowiozła, delivery nie udźwignęło.”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Ukrywa: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Mailową obietnicę integracji „w cenie” — złożoną przed umową, bez wiedzy techników.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6F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096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Tomek Wilk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0020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Lead, Codaris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8646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Narracja: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„Wszystko przez Magnata. Ostrzegałem.”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Ukrywa: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Własne zaniżone estymaty i to, że po zignorowanym mailu przestał eskalować.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114800"/>
            <a:ext cx="594360" cy="594360"/>
          </a:xfrm>
          <a:prstGeom prst="ellipse">
            <a:avLst/>
          </a:prstGeom>
          <a:solidFill>
            <a:srgbClr val="B08BC9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096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Iwona Stachura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1520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klienta, Logistra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48646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Narracja: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„Codaris obiecywał i nie dowoził.”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303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Ukrywa: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Zmianę sponsora i paraliż decyzyjny po stronie Logistry.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postać w czymś kłamie i w czymś ma rację — jak w prawdziwym post-mortem.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Mechanika: śledztwo → raport → debrief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ŚLEDZTWO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Przesłuchujesz postacie, przełączając się między nimi. Budżet 25 pytań wymusza strategię. Fakty wychodzą tylko po dobrym pytaniu otwartym, prośbie o dokument lub konfrontacji.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2240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B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26280" y="13716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6D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RAPORT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057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Piszesz raport post-mortem: przyczyny źródłowe, rozdzielenie skutków od przyczyn, trzy rekomendacje na przyszłość.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0" y="2240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AB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503920" y="13716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6F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DEBRIEF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2057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wychodzi z roli: punktacja względem ukrytej prawdy, wskazanie fałszywych tropów, które kupiłeś — i pytań, których zabrakło.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222733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891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zaangażowania: konfrontacja krzyżowa
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Zeznanie jednej postaci jest amunicją na inną. Tomek ujawnia zignorowany e-mail ostrzegawczy → to łamie Marka i jego zielone statusy. Iwona wspomina integrację „obiecaną w cenie” → to łamie Beatę. Gra staje się detektywistyczną układanką: wiedza z jednej rozmowy otwiera drzwi w kolejnej.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Rozgrywka: konfrontacja krzyżowa w akcji</a:t>
            </a:r>
            <a:endParaRPr lang="en-US" sz="3000" dirty="0"/>
          </a:p>
        </p:txBody>
      </p:sp>
      <p:pic>
        <p:nvPicPr>
          <p:cNvPr id="3" name="Image 0" descr="game-sta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595360" cy="52800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72600" y="1371600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Licznik pytań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555480" y="181051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Zasób jest ograniczony — każde pytanie musi mieć cel.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372600" y="3063240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554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Dowód od Tomka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55480" y="350215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ostrzegawczy z 2. miesiąca — amunicja na PM-a.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372600" y="4754880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548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Konfrontacja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55480" y="5193792"/>
            <a:ext cx="193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Zacytowany dowód łamie narrację Marka: przyznaje się do „zielonych” statusów.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Prototyp: pojedynczy plik HTML, klucz API użytkownika (Anthropic / OpenAI), zero backendu.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Serce narzędzia: anatomia system promptu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898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Ukryta prawda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190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przyczyn źródłowych + 3 fałszywe tropy zapisane wprost w prompcie. Ocena końcowa nie jest uznaniowa — AI porównuje raport z zamkniętą listą faktów.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07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Warunki odblokowania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postać ma zapisane, co ukrywa i jakie zachowanie gracza to ujawnia. Nagrodą za dobre pytanie jest fakt — nie pochwała. Dydaktyka siedzi w mechanice.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24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8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Częściowa racja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postać w czymś kłamie i w czymś ma rację; kłamie przez pomijanie. Uczy najtrudniejszego: nie „kto kłamie”, lecz „która część czyjej wersji jest prawdą”.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C0E12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444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instrukcji systemowej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178308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Beata Krajewska — Account Manager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Ukrywa: przyczynę 1 (mail z obietnicą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integracji „w cenie”).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Warunki odblokowania: przyznaje się TYLKO,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gdy gracz zapyta o różnice między ofertą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umową LUB skonfrontuje ją z zeznaniem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Iwony. Najpierw bagatelizuje („to była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deklaracja intencji”), przyciśnięta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przyznaje fakty.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Częściowo ma rację: kontrakt sam w sobie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8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był rentowny — gdyby nie ukryta obietnica.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nadrzędna: pytania ogólne dostają narrację, pytania o konkrety (dokumenty, daty, decyzje) — przybliżają do prawdy. Zakaz metakomentarzy w trakcie gry: cała dydaktyka żyje w debriefie.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wartości: czego uczy i jak to sprawdza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 nauki (obserwowalne)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257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otwarte i dopytywanie o fakty — dokumenty, daty, decyzje — zamiast przyjmowania interpretacji.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Drążenie łańcuchów „dlaczego → dlaczego” aż do przyczyny systemowej, nie personalnej.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Rozpoznawanie, że spójna, chętnie opowiadana historia to często zasłona.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Konfrontacja bez agresji — postać klientki usztywnia się przy tonie oskarżycielskim.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Weryfikacja wiedzy — trzy niezależne pomiary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828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 gry · behawioralnie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2139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Złe pytania nie zdobywają faktów. Symulatora nie da się „przegadać” — można go tylko dobrze przesłuchać.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035808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1272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· rubryka 60 / 20 / 20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4381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pkt: przyczyny źródłowe (nie objawy) · 20 pkt: odrzucone fałszywe tropy · 20 pkt: rekomendacje adresujące przyczyny.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4334256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4256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· metapoznawczo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7365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pokazuje, czego NIE odkryłeś i jakie pytanie by to odblokowało — konkretna luka w technice i powód do ponownej gry.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Miara sukcesu narzędzia: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wyników między 1. a 3. rozgrywką tego samego gracza na innym scenariuszu — rośnie technika, nie znajomość odpowiedzi.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 z iteracji: cztery wersje, cztery lekcje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6192"/>
            <a:ext cx="502920" cy="502920"/>
          </a:xfrm>
          <a:prstGeom prst="ellipse">
            <a:avLst/>
          </a:prstGeom>
          <a:solidFill>
            <a:srgbClr val="C056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2984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Zbyt usłużny świadek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06240" y="1280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0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Postacie przyznawały się po dwóch ogólnych pytaniach — gra kończyła się w 5 minut.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0" y="1280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Jawne warunki odblokowania („przyznaje się TYLKO gdy…”); pytania ogólne dostają narrację, nie fakty.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2432304"/>
            <a:ext cx="10332720" cy="0"/>
          </a:xfrm>
          <a:prstGeom prst="line">
            <a:avLst/>
          </a:prstGeom>
          <a:noFill/>
          <a:ln w="9525">
            <a:solidFill>
              <a:srgbClr val="2A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98064"/>
            <a:ext cx="502920" cy="502920"/>
          </a:xfrm>
          <a:prstGeom prst="ellipse">
            <a:avLst/>
          </a:prstGeom>
          <a:solidFill>
            <a:srgbClr val="E6A2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Karykatury zamiast ludzi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06240" y="254203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usztywnieniu reguł wszyscy kłamali we wszystkim — frustrująca, nieuczciwa rozgrywka.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254203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Sekcja „częściowo ma rację” + kłamstwo przez pomijanie. Doszedł też limit 25 pytań — wymusza strategię.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80160" y="3694176"/>
            <a:ext cx="10332720" cy="0"/>
          </a:xfrm>
          <a:prstGeom prst="line">
            <a:avLst/>
          </a:prstGeom>
          <a:noFill/>
          <a:ln w="9525">
            <a:solidFill>
              <a:srgbClr val="2A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59936"/>
            <a:ext cx="502920" cy="502920"/>
          </a:xfrm>
          <a:prstGeom prst="ellipse">
            <a:avLst/>
          </a:prstGeom>
          <a:solidFill>
            <a:srgbClr val="6D8FC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82219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Wykład zamiast gry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06240" y="380390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D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wtrącał metakomentarze („zauważ, że to pytanie zamknięte…”) — zabijał immersję, nudził.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803904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Twardy zakaz wychodzenia z roli; cała dydaktyka przeniesiona do debriefu, do konkretnej rozgrywki gracza.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80160" y="4956048"/>
            <a:ext cx="10332720" cy="0"/>
          </a:xfrm>
          <a:prstGeom prst="line">
            <a:avLst/>
          </a:prstGeom>
          <a:noFill/>
          <a:ln w="9525">
            <a:solidFill>
              <a:srgbClr val="2A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6FA87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508406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Ocena z sufitu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0" y="506577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F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bywał miękki i uznaniowy („całkiem nieźle Ci poszło!”).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5065776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Sztywna rubryka 60/20/20 + obowiązkowe „czego nie odkryłeś i jakie pytanie by to odblokowało”.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Najtańszym narzędziem dydaktycznym okazało się ograniczenie zasobu: limit pytań wymusza refleksję przed pytaniem.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dalej: skalowalność i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„AI nie jest wykładowcą, tylko przeciwnikiem —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E8E6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wiedza gracza jest weryfikowana przez działanie, nie przez test.”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Skalowalność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scenariusz = wymiana „ukrytej prawdy” i kart postaci; mechanika, komendy i rubryka zostają. Naturalne rozszerzenia: upadły startup, kryzys wizerunkowy, incydent bezpieczeństwa.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3774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D8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Dwie formy narzędzia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320040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działa samodzielnie po wklejeniu do ChatGPT / Claude (komendy START · ROZMOWA · RAPORT · DEBRIEF). Prototyp HTML dodaje interfejs śledczego i licznik pytań.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B1F27"/>
          </a:solidFill>
          <a:ln w="12700">
            <a:solidFill>
              <a:srgbClr val="2A2F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F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screencastu (3–4 min)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320040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startowy → rozmowa i konfrontacja krzyżowa → fragment promptu → debrief z punktacją → 4 iteracje po jednym zdaniu.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457200" cy="457200"/>
          </a:xfrm>
          <a:prstGeom prst="ellipse">
            <a:avLst/>
          </a:prstGeom>
          <a:solidFill>
            <a:srgbClr val="6D8FC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5715000"/>
            <a:ext cx="457200" cy="457200"/>
          </a:xfrm>
          <a:prstGeom prst="ellipse">
            <a:avLst/>
          </a:prstGeom>
          <a:solidFill>
            <a:srgbClr val="C0564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74520" y="5715000"/>
            <a:ext cx="457200" cy="457200"/>
          </a:xfrm>
          <a:prstGeom prst="ellipse">
            <a:avLst/>
          </a:prstGeom>
          <a:solidFill>
            <a:srgbClr val="6FA878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5715000"/>
            <a:ext cx="457200" cy="457200"/>
          </a:xfrm>
          <a:prstGeom prst="ellipse">
            <a:avLst/>
          </a:prstGeom>
          <a:solidFill>
            <a:srgbClr val="B08BC9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5779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 — zapraszam na przesłuchanie.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2026-08-10T19:28:21Z</dcterms:created>
  <dcterms:modified xsi:type="dcterms:W3CDTF">2026-08-10T19:28:21Z</dcterms:modified>
</cp:coreProperties>
</file>